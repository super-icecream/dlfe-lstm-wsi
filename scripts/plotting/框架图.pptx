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B"/>
    <a:srgbClr val="DDDED6"/>
    <a:srgbClr val="B9BAB3"/>
    <a:srgbClr val="FBD9B4"/>
    <a:srgbClr val="C9DBE7"/>
    <a:srgbClr val="9BBCDC"/>
    <a:srgbClr val="70716B"/>
    <a:srgbClr val="FDFDFB"/>
    <a:srgbClr val="E0741C"/>
    <a:srgbClr val="F0F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4FD40-B3BC-DEC5-0645-19610C501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BB054D-F3B0-E87A-E93E-A78D4D5E3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93831-01B1-7808-A401-D77ADDAE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777638-C9C9-53C1-D1BF-B1D6C7B7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155EAD-07B0-33FA-75CE-9DED33DC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69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3467A-DD57-54BF-147B-9B5E45ED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ED1EF-73F4-8301-1D5A-48E1966A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E317A2-3FAF-DD77-411B-2AC9FE6D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89392-08FE-0F0E-39AF-4C8E7AD2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758FE2-DA2F-7FC2-703D-AEA81F1E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16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BDD93-4C2F-EA56-9459-7104DF55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1103F-9B0C-19E6-307E-281B5A711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04BED-729D-FEFD-554F-9C1A81DC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C07CF1-A100-329F-0A9D-33D393D6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BA8B0-504A-A41E-EE27-7F840361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9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D8BE5-E8D4-F23E-04FA-04F5DC9B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ADE96-F72B-B912-1D5E-819E4DEB6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04C913-0FA7-3E78-7E75-06326304C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564EFE-F6FB-4694-0259-1AD597F3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842EB0-0640-96A4-0F08-13D156CA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6FC47-4DB4-62BF-E4DF-3CC017C2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68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2F0BE-E69D-6FBC-F237-3FF3836A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331DFC-3767-99D6-0B14-EC3DFF388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F5879A-4D62-54F9-6951-1D40D9B6E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4E1872-02BF-9075-1CDF-D1B680371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F06025-AD06-5BE7-0723-53C66814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358019-B8A8-D476-B5A1-9A02CCD5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227DA1-8484-1DA5-8834-21325558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F7ADAE-32B1-9854-ABF1-B3175505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66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078C3-42A9-9E6F-A275-F9DB8961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62A024-1E76-BC22-E7AD-42CCBC87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BBF339-1556-267E-5613-4E0BE12F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5D0C9E-A295-E5C6-CC27-CDB34A5B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2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29B33E-B7C6-9054-4823-394DB974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AB4C7A-D262-5E8D-35DC-E1F9E56D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0058D0-F213-95D3-0FD4-68E3A0FB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10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51CEA-C3DC-D942-BAD2-BDD44A242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BC0713-4473-272B-E4FD-CFC55B4F4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EE2811-C809-4F7C-BBF7-551CAF7D4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5CFFD8-BAA3-BE24-BFE8-6EB947FB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F6ACC9-174D-1217-539D-D0C493FD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2ADDB2-BC74-9221-8F1D-624DA9D9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6CC38-0DFE-183D-3451-9EDB4DC8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0BA9D-4C8F-4E4A-9B31-8B7A79D13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A8983C-B274-4216-6CE6-81EAF0219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F45864-E547-27C0-F3A2-BE72B0D3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8887C5-3909-1204-D145-4D00339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8CA2B7-55AD-DED9-7F66-127CEF7D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82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E414F-BD29-3BC6-DA29-EDAE8B54D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B55287-11F5-13C4-1127-38B38DE7E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DBFE03-6F2B-12C6-2136-C00891E1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B803C-3E82-4955-63B8-74132991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8619C-2895-7272-1C8B-ACF17251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67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DDEA98-ED89-E12E-DDEF-A792CECC6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BBEFB6-8822-6733-E442-7DD72AF71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3577A-1ABB-7BC8-E4EC-6471445F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C19258-8EC2-E362-4957-F1E0247A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772D2-E435-934D-A46C-19D46697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56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FF810D-29FA-91EC-9854-507C6E3C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EF5B92-F4C5-1A93-0697-C9B9DA9DB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58B05-AEAF-B1DE-1A1B-751BFEA7B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CCB49-5456-4CA7-9B9F-62155519D90D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2DC1E6-E35C-5C58-56B1-5C27BE9F3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3D6340-4473-D139-8984-3E69553D2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E3FEF-7BF1-435A-BF12-5B62014E88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92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5ACCA40-F4EB-3329-D5FF-78FCE6965584}"/>
              </a:ext>
            </a:extLst>
          </p:cNvPr>
          <p:cNvSpPr txBox="1"/>
          <p:nvPr/>
        </p:nvSpPr>
        <p:spPr>
          <a:xfrm>
            <a:off x="1126321" y="573495"/>
            <a:ext cx="9419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FCM-</a:t>
            </a: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MoE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Framework Architecture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4D2B292B-C3AF-278F-5073-4609B5586956}"/>
              </a:ext>
            </a:extLst>
          </p:cNvPr>
          <p:cNvSpPr/>
          <p:nvPr/>
        </p:nvSpPr>
        <p:spPr>
          <a:xfrm>
            <a:off x="11284647" y="1491609"/>
            <a:ext cx="856826" cy="4792894"/>
          </a:xfrm>
          <a:prstGeom prst="roundRect">
            <a:avLst>
              <a:gd name="adj" fmla="val 8034"/>
            </a:avLst>
          </a:prstGeom>
          <a:solidFill>
            <a:srgbClr val="FAFBF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0653B85-F27D-2E87-3194-44F686E7273B}"/>
              </a:ext>
            </a:extLst>
          </p:cNvPr>
          <p:cNvSpPr/>
          <p:nvPr/>
        </p:nvSpPr>
        <p:spPr>
          <a:xfrm>
            <a:off x="3704891" y="1491609"/>
            <a:ext cx="3007888" cy="2451047"/>
          </a:xfrm>
          <a:prstGeom prst="roundRect">
            <a:avLst>
              <a:gd name="adj" fmla="val 4925"/>
            </a:avLst>
          </a:prstGeom>
          <a:solidFill>
            <a:srgbClr val="FAFBF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AC7250B-A392-CAA5-B0E8-42F4FBB26DAF}"/>
              </a:ext>
            </a:extLst>
          </p:cNvPr>
          <p:cNvSpPr/>
          <p:nvPr/>
        </p:nvSpPr>
        <p:spPr>
          <a:xfrm>
            <a:off x="31853" y="1491609"/>
            <a:ext cx="2017485" cy="4792894"/>
          </a:xfrm>
          <a:prstGeom prst="roundRect">
            <a:avLst>
              <a:gd name="adj" fmla="val 8034"/>
            </a:avLst>
          </a:prstGeom>
          <a:solidFill>
            <a:srgbClr val="FAFBF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BF0737-3CFF-6F64-C7FF-44F352886E32}"/>
              </a:ext>
            </a:extLst>
          </p:cNvPr>
          <p:cNvSpPr txBox="1"/>
          <p:nvPr/>
        </p:nvSpPr>
        <p:spPr>
          <a:xfrm>
            <a:off x="198766" y="1493600"/>
            <a:ext cx="1683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Input&amp; Sliding Window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12F392-E531-F9DB-30B4-97129579BC91}"/>
              </a:ext>
            </a:extLst>
          </p:cNvPr>
          <p:cNvSpPr txBox="1"/>
          <p:nvPr/>
        </p:nvSpPr>
        <p:spPr>
          <a:xfrm>
            <a:off x="-52509" y="5278330"/>
            <a:ext cx="229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Direction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B70B98-4636-6E9D-2B0F-3C71A8B5BB75}"/>
              </a:ext>
            </a:extLst>
          </p:cNvPr>
          <p:cNvSpPr/>
          <p:nvPr/>
        </p:nvSpPr>
        <p:spPr>
          <a:xfrm>
            <a:off x="184861" y="2410646"/>
            <a:ext cx="1683657" cy="253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60FCB4-3EB5-B48E-1752-ED8E3EEDAAE0}"/>
              </a:ext>
            </a:extLst>
          </p:cNvPr>
          <p:cNvSpPr/>
          <p:nvPr/>
        </p:nvSpPr>
        <p:spPr>
          <a:xfrm>
            <a:off x="2187001" y="1491609"/>
            <a:ext cx="1449838" cy="2451047"/>
          </a:xfrm>
          <a:prstGeom prst="roundRect">
            <a:avLst>
              <a:gd name="adj" fmla="val 8034"/>
            </a:avLst>
          </a:prstGeom>
          <a:solidFill>
            <a:srgbClr val="FAFBF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5A8DB8-9944-658F-F184-C4C62CF2A3A8}"/>
              </a:ext>
            </a:extLst>
          </p:cNvPr>
          <p:cNvSpPr txBox="1"/>
          <p:nvPr/>
        </p:nvSpPr>
        <p:spPr>
          <a:xfrm>
            <a:off x="2060562" y="1496546"/>
            <a:ext cx="1784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Vector Calculation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058A8C5-4C56-0CC6-B623-CAC9747D0665}"/>
              </a:ext>
            </a:extLst>
          </p:cNvPr>
          <p:cNvCxnSpPr>
            <a:cxnSpLocks/>
          </p:cNvCxnSpPr>
          <p:nvPr/>
        </p:nvCxnSpPr>
        <p:spPr>
          <a:xfrm>
            <a:off x="1890365" y="3057142"/>
            <a:ext cx="4383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FD2C525-58EC-7467-1835-427E99424FD4}"/>
              </a:ext>
            </a:extLst>
          </p:cNvPr>
          <p:cNvGrpSpPr/>
          <p:nvPr/>
        </p:nvGrpSpPr>
        <p:grpSpPr>
          <a:xfrm>
            <a:off x="2182133" y="2909427"/>
            <a:ext cx="465272" cy="295431"/>
            <a:chOff x="2926794" y="2893959"/>
            <a:chExt cx="465272" cy="295431"/>
          </a:xfrm>
        </p:grpSpPr>
        <p:sp>
          <p:nvSpPr>
            <p:cNvPr id="20" name="斜纹 19">
              <a:extLst>
                <a:ext uri="{FF2B5EF4-FFF2-40B4-BE49-F238E27FC236}">
                  <a16:creationId xmlns:a16="http://schemas.microsoft.com/office/drawing/2014/main" id="{92929BE8-13C9-723A-FA90-0C4C372D9F15}"/>
                </a:ext>
              </a:extLst>
            </p:cNvPr>
            <p:cNvSpPr/>
            <p:nvPr/>
          </p:nvSpPr>
          <p:spPr>
            <a:xfrm rot="8268465">
              <a:off x="2926794" y="2893959"/>
              <a:ext cx="268182" cy="295431"/>
            </a:xfrm>
            <a:prstGeom prst="diagStripe">
              <a:avLst>
                <a:gd name="adj" fmla="val 2217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003BEA5-2608-CFF0-1936-76C260BBCD04}"/>
                </a:ext>
              </a:extLst>
            </p:cNvPr>
            <p:cNvSpPr/>
            <p:nvPr/>
          </p:nvSpPr>
          <p:spPr>
            <a:xfrm>
              <a:off x="3206948" y="3006710"/>
              <a:ext cx="185118" cy="10081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962812C-C1C4-D16D-CD71-F69C4056889E}"/>
              </a:ext>
            </a:extLst>
          </p:cNvPr>
          <p:cNvSpPr/>
          <p:nvPr/>
        </p:nvSpPr>
        <p:spPr>
          <a:xfrm>
            <a:off x="2647405" y="2743150"/>
            <a:ext cx="797117" cy="900694"/>
          </a:xfrm>
          <a:prstGeom prst="rect">
            <a:avLst/>
          </a:prstGeom>
          <a:solidFill>
            <a:srgbClr val="FAFBF5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28-dim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EF8C642-4D50-B167-1612-2BA2E2A45C4D}"/>
              </a:ext>
            </a:extLst>
          </p:cNvPr>
          <p:cNvCxnSpPr>
            <a:cxnSpLocks/>
          </p:cNvCxnSpPr>
          <p:nvPr/>
        </p:nvCxnSpPr>
        <p:spPr>
          <a:xfrm>
            <a:off x="3464903" y="3057142"/>
            <a:ext cx="4383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36D5C51-6C13-8028-D783-15068DFDB721}"/>
              </a:ext>
            </a:extLst>
          </p:cNvPr>
          <p:cNvGrpSpPr/>
          <p:nvPr/>
        </p:nvGrpSpPr>
        <p:grpSpPr>
          <a:xfrm>
            <a:off x="3769357" y="2909427"/>
            <a:ext cx="465272" cy="295431"/>
            <a:chOff x="2926794" y="2893959"/>
            <a:chExt cx="465272" cy="295431"/>
          </a:xfrm>
        </p:grpSpPr>
        <p:sp>
          <p:nvSpPr>
            <p:cNvPr id="29" name="斜纹 28">
              <a:extLst>
                <a:ext uri="{FF2B5EF4-FFF2-40B4-BE49-F238E27FC236}">
                  <a16:creationId xmlns:a16="http://schemas.microsoft.com/office/drawing/2014/main" id="{FC1C77BD-820B-48A3-9278-A4CDE2A0B678}"/>
                </a:ext>
              </a:extLst>
            </p:cNvPr>
            <p:cNvSpPr/>
            <p:nvPr/>
          </p:nvSpPr>
          <p:spPr>
            <a:xfrm rot="8268465">
              <a:off x="2926794" y="2893959"/>
              <a:ext cx="268182" cy="295431"/>
            </a:xfrm>
            <a:prstGeom prst="diagStripe">
              <a:avLst>
                <a:gd name="adj" fmla="val 2217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451521F-45DD-9565-5E38-70EF4A2BCD2E}"/>
                </a:ext>
              </a:extLst>
            </p:cNvPr>
            <p:cNvSpPr/>
            <p:nvPr/>
          </p:nvSpPr>
          <p:spPr>
            <a:xfrm>
              <a:off x="3206948" y="3006710"/>
              <a:ext cx="185118" cy="10081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斜纹 30">
            <a:extLst>
              <a:ext uri="{FF2B5EF4-FFF2-40B4-BE49-F238E27FC236}">
                <a16:creationId xmlns:a16="http://schemas.microsoft.com/office/drawing/2014/main" id="{667FFC10-ED18-8A77-55B7-07C23886F7B7}"/>
              </a:ext>
            </a:extLst>
          </p:cNvPr>
          <p:cNvSpPr/>
          <p:nvPr/>
        </p:nvSpPr>
        <p:spPr>
          <a:xfrm rot="8100000">
            <a:off x="3806988" y="2646365"/>
            <a:ext cx="821554" cy="821554"/>
          </a:xfrm>
          <a:prstGeom prst="diagStripe">
            <a:avLst/>
          </a:prstGeom>
          <a:solidFill>
            <a:srgbClr val="D7D8D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A57729F-C325-4E1D-D6CF-E544E71B99A0}"/>
              </a:ext>
            </a:extLst>
          </p:cNvPr>
          <p:cNvCxnSpPr>
            <a:cxnSpLocks/>
          </p:cNvCxnSpPr>
          <p:nvPr/>
        </p:nvCxnSpPr>
        <p:spPr>
          <a:xfrm>
            <a:off x="4519003" y="3057142"/>
            <a:ext cx="2796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2D44CE6-A365-F90D-1465-32E8C43C8A1A}"/>
              </a:ext>
            </a:extLst>
          </p:cNvPr>
          <p:cNvSpPr/>
          <p:nvPr/>
        </p:nvSpPr>
        <p:spPr>
          <a:xfrm>
            <a:off x="4798692" y="2470442"/>
            <a:ext cx="344620" cy="117340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F87B6F3-C868-CF0D-80EB-881A6EAC6F8E}"/>
              </a:ext>
            </a:extLst>
          </p:cNvPr>
          <p:cNvSpPr/>
          <p:nvPr/>
        </p:nvSpPr>
        <p:spPr>
          <a:xfrm>
            <a:off x="5144409" y="2470442"/>
            <a:ext cx="344620" cy="117340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" name="梯形 36">
            <a:extLst>
              <a:ext uri="{FF2B5EF4-FFF2-40B4-BE49-F238E27FC236}">
                <a16:creationId xmlns:a16="http://schemas.microsoft.com/office/drawing/2014/main" id="{139A1F3E-8C92-F376-14E5-99584D967E37}"/>
              </a:ext>
            </a:extLst>
          </p:cNvPr>
          <p:cNvSpPr/>
          <p:nvPr/>
        </p:nvSpPr>
        <p:spPr>
          <a:xfrm rot="5400000">
            <a:off x="5228162" y="2730509"/>
            <a:ext cx="1171064" cy="653266"/>
          </a:xfrm>
          <a:prstGeom prst="trapezoid">
            <a:avLst>
              <a:gd name="adj" fmla="val 50516"/>
            </a:avLst>
          </a:prstGeom>
          <a:solidFill>
            <a:srgbClr val="D5D5D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A95693B-9F23-92AC-6D8D-6DF577CC6063}"/>
              </a:ext>
            </a:extLst>
          </p:cNvPr>
          <p:cNvSpPr/>
          <p:nvPr/>
        </p:nvSpPr>
        <p:spPr>
          <a:xfrm>
            <a:off x="6140327" y="2808025"/>
            <a:ext cx="223837" cy="50720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7CA459E-89F1-9431-8EE3-C9274D82E6ED}"/>
              </a:ext>
            </a:extLst>
          </p:cNvPr>
          <p:cNvSpPr/>
          <p:nvPr/>
        </p:nvSpPr>
        <p:spPr>
          <a:xfrm>
            <a:off x="6363917" y="2808025"/>
            <a:ext cx="223837" cy="50720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6FC8E47-757D-B3F2-29B0-9DD8EBBA483C}"/>
              </a:ext>
            </a:extLst>
          </p:cNvPr>
          <p:cNvSpPr txBox="1"/>
          <p:nvPr/>
        </p:nvSpPr>
        <p:spPr>
          <a:xfrm>
            <a:off x="5845357" y="3334140"/>
            <a:ext cx="99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</a:rPr>
              <a:t>8D output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76A35E6-D471-3BDE-6B7F-AA747903422B}"/>
              </a:ext>
            </a:extLst>
          </p:cNvPr>
          <p:cNvSpPr txBox="1"/>
          <p:nvPr/>
        </p:nvSpPr>
        <p:spPr>
          <a:xfrm>
            <a:off x="4514413" y="3608752"/>
            <a:ext cx="132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28D input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8256319-2C07-6CF6-3421-6D1776CEB161}"/>
              </a:ext>
            </a:extLst>
          </p:cNvPr>
          <p:cNvCxnSpPr>
            <a:cxnSpLocks/>
          </p:cNvCxnSpPr>
          <p:nvPr/>
        </p:nvCxnSpPr>
        <p:spPr>
          <a:xfrm>
            <a:off x="6587754" y="3057142"/>
            <a:ext cx="2796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69EF70B-FF7A-A478-3C18-9A425989DDAA}"/>
              </a:ext>
            </a:extLst>
          </p:cNvPr>
          <p:cNvSpPr txBox="1"/>
          <p:nvPr/>
        </p:nvSpPr>
        <p:spPr>
          <a:xfrm>
            <a:off x="3747319" y="1493600"/>
            <a:ext cx="2965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Dimensionality Reduction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9E3235C-0280-11A0-E2DC-4F43F6FAA9DD}"/>
              </a:ext>
            </a:extLst>
          </p:cNvPr>
          <p:cNvSpPr/>
          <p:nvPr/>
        </p:nvSpPr>
        <p:spPr>
          <a:xfrm>
            <a:off x="6859011" y="1491609"/>
            <a:ext cx="1449838" cy="2451047"/>
          </a:xfrm>
          <a:prstGeom prst="roundRect">
            <a:avLst>
              <a:gd name="adj" fmla="val 8034"/>
            </a:avLst>
          </a:prstGeom>
          <a:solidFill>
            <a:srgbClr val="FAFBF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FDF4CE8-CE45-0E61-6D2E-848F8572E965}"/>
              </a:ext>
            </a:extLst>
          </p:cNvPr>
          <p:cNvSpPr/>
          <p:nvPr/>
        </p:nvSpPr>
        <p:spPr>
          <a:xfrm rot="19500470">
            <a:off x="6954958" y="2269055"/>
            <a:ext cx="547688" cy="631951"/>
          </a:xfrm>
          <a:prstGeom prst="ellipse">
            <a:avLst/>
          </a:prstGeom>
          <a:gradFill flip="none" rotWithShape="1">
            <a:gsLst>
              <a:gs pos="14000">
                <a:srgbClr val="40A6DA"/>
              </a:gs>
              <a:gs pos="100000">
                <a:schemeClr val="tx2">
                  <a:lumMod val="5000"/>
                  <a:lumOff val="9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ABD0C38D-F671-7814-EE05-545FFA7BB5EC}"/>
              </a:ext>
            </a:extLst>
          </p:cNvPr>
          <p:cNvSpPr/>
          <p:nvPr/>
        </p:nvSpPr>
        <p:spPr>
          <a:xfrm rot="1955855">
            <a:off x="7675618" y="2364616"/>
            <a:ext cx="547688" cy="631951"/>
          </a:xfrm>
          <a:prstGeom prst="ellipse">
            <a:avLst/>
          </a:prstGeom>
          <a:gradFill flip="none" rotWithShape="1">
            <a:gsLst>
              <a:gs pos="12000">
                <a:schemeClr val="accent2">
                  <a:lumMod val="60000"/>
                  <a:lumOff val="40000"/>
                </a:schemeClr>
              </a:gs>
              <a:gs pos="100000">
                <a:srgbClr val="FDF0E9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4F2F0908-26E2-ACF6-BB0A-0D6B79687DC1}"/>
              </a:ext>
            </a:extLst>
          </p:cNvPr>
          <p:cNvSpPr/>
          <p:nvPr/>
        </p:nvSpPr>
        <p:spPr>
          <a:xfrm rot="3716176">
            <a:off x="7199179" y="3133057"/>
            <a:ext cx="547688" cy="631951"/>
          </a:xfrm>
          <a:prstGeom prst="ellipse">
            <a:avLst/>
          </a:prstGeom>
          <a:gradFill flip="none" rotWithShape="1">
            <a:gsLst>
              <a:gs pos="1200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EBB16E53-BE21-DBE6-9986-079C9C20B869}"/>
              </a:ext>
            </a:extLst>
          </p:cNvPr>
          <p:cNvSpPr/>
          <p:nvPr/>
        </p:nvSpPr>
        <p:spPr>
          <a:xfrm>
            <a:off x="7184288" y="2540516"/>
            <a:ext cx="89027" cy="89027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9B63F1F9-7A87-3640-C2AD-DADC1B67ECE7}"/>
              </a:ext>
            </a:extLst>
          </p:cNvPr>
          <p:cNvSpPr/>
          <p:nvPr/>
        </p:nvSpPr>
        <p:spPr>
          <a:xfrm>
            <a:off x="7886215" y="2639514"/>
            <a:ext cx="89027" cy="89027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8EF16377-376D-60B3-07A5-21B3B6119F8E}"/>
              </a:ext>
            </a:extLst>
          </p:cNvPr>
          <p:cNvSpPr/>
          <p:nvPr/>
        </p:nvSpPr>
        <p:spPr>
          <a:xfrm>
            <a:off x="7428509" y="3404938"/>
            <a:ext cx="89027" cy="89027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55" name="图形 54" descr="星形 纯色填充">
            <a:extLst>
              <a:ext uri="{FF2B5EF4-FFF2-40B4-BE49-F238E27FC236}">
                <a16:creationId xmlns:a16="http://schemas.microsoft.com/office/drawing/2014/main" id="{AD2D9898-ED58-8B64-42AF-0C47ADA84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139" y="2808025"/>
            <a:ext cx="237642" cy="237642"/>
          </a:xfrm>
          <a:prstGeom prst="rect">
            <a:avLst/>
          </a:prstGeom>
        </p:spPr>
      </p:pic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FB647CA-D063-2D98-097D-84238ACCBFE6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0277" y="2616505"/>
            <a:ext cx="246704" cy="270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A18FDF0-95DC-62BD-FDA4-39F29A44F647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7611693" y="2715503"/>
            <a:ext cx="287560" cy="164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AE8B144-65BC-76FE-D0EB-B594E6A8DF5D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7473023" y="3008697"/>
            <a:ext cx="69710" cy="3962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C18AC10E-2536-0A0D-3414-EC876F76DC62}"/>
              </a:ext>
            </a:extLst>
          </p:cNvPr>
          <p:cNvSpPr txBox="1"/>
          <p:nvPr/>
        </p:nvSpPr>
        <p:spPr>
          <a:xfrm>
            <a:off x="6801639" y="1493600"/>
            <a:ext cx="16201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FCM Clustering(Fuzzy, K=3)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D8F0490-9FC0-6C42-986A-0BAA94238CC5}"/>
              </a:ext>
            </a:extLst>
          </p:cNvPr>
          <p:cNvSpPr txBox="1"/>
          <p:nvPr/>
        </p:nvSpPr>
        <p:spPr>
          <a:xfrm>
            <a:off x="6843139" y="2149691"/>
            <a:ext cx="82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</a:rPr>
              <a:t>Cluster 0(Low irradiance)</a:t>
            </a:r>
            <a:endParaRPr lang="zh-CN" altLang="en-US" sz="800" dirty="0">
              <a:latin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C215FB2-951A-4C31-E545-1B183FDAD51D}"/>
              </a:ext>
            </a:extLst>
          </p:cNvPr>
          <p:cNvSpPr txBox="1"/>
          <p:nvPr/>
        </p:nvSpPr>
        <p:spPr>
          <a:xfrm>
            <a:off x="7568983" y="2162286"/>
            <a:ext cx="82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</a:rPr>
              <a:t>Cluster 1(Clear Sky)</a:t>
            </a:r>
            <a:endParaRPr lang="zh-CN" altLang="en-US" sz="800" dirty="0">
              <a:latin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3DB161E-3CD3-B6E7-DFFF-F69D2FCF3525}"/>
              </a:ext>
            </a:extLst>
          </p:cNvPr>
          <p:cNvSpPr txBox="1"/>
          <p:nvPr/>
        </p:nvSpPr>
        <p:spPr>
          <a:xfrm>
            <a:off x="7369322" y="3477849"/>
            <a:ext cx="82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latin typeface="Times New Roman" panose="02020603050405020304" pitchFamily="18" charset="0"/>
              </a:rPr>
              <a:t>Cluster 2(Cloudy)</a:t>
            </a:r>
            <a:endParaRPr lang="zh-CN" altLang="en-US" sz="800" dirty="0">
              <a:latin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EB47D90-513E-D846-0895-9ADF5B663F6C}"/>
              </a:ext>
            </a:extLst>
          </p:cNvPr>
          <p:cNvSpPr txBox="1"/>
          <p:nvPr/>
        </p:nvSpPr>
        <p:spPr>
          <a:xfrm>
            <a:off x="8443355" y="1570898"/>
            <a:ext cx="2536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Warm-Start Initialization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7770EBC-51B1-E187-04BB-43C996DBCE65}"/>
              </a:ext>
            </a:extLst>
          </p:cNvPr>
          <p:cNvCxnSpPr>
            <a:cxnSpLocks/>
          </p:cNvCxnSpPr>
          <p:nvPr/>
        </p:nvCxnSpPr>
        <p:spPr>
          <a:xfrm>
            <a:off x="6034529" y="4143282"/>
            <a:ext cx="0" cy="12575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724095F2-F0B8-B6F0-3C7E-2DBADC284ACC}"/>
              </a:ext>
            </a:extLst>
          </p:cNvPr>
          <p:cNvCxnSpPr>
            <a:cxnSpLocks/>
          </p:cNvCxnSpPr>
          <p:nvPr/>
        </p:nvCxnSpPr>
        <p:spPr>
          <a:xfrm>
            <a:off x="6034529" y="4451608"/>
            <a:ext cx="14384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A6F392D8-20FE-1B57-8FEC-358D3512722C}"/>
              </a:ext>
            </a:extLst>
          </p:cNvPr>
          <p:cNvCxnSpPr>
            <a:cxnSpLocks/>
          </p:cNvCxnSpPr>
          <p:nvPr/>
        </p:nvCxnSpPr>
        <p:spPr>
          <a:xfrm>
            <a:off x="6034529" y="5376538"/>
            <a:ext cx="1393980" cy="25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FFDA066-E411-4BF8-CA56-2F256E8F7B2E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6034529" y="4931409"/>
            <a:ext cx="713222" cy="4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流程图: 决策 84">
            <a:extLst>
              <a:ext uri="{FF2B5EF4-FFF2-40B4-BE49-F238E27FC236}">
                <a16:creationId xmlns:a16="http://schemas.microsoft.com/office/drawing/2014/main" id="{125185FC-8921-8C05-8BEA-17463292F37D}"/>
              </a:ext>
            </a:extLst>
          </p:cNvPr>
          <p:cNvSpPr/>
          <p:nvPr/>
        </p:nvSpPr>
        <p:spPr>
          <a:xfrm>
            <a:off x="6747751" y="4459457"/>
            <a:ext cx="1577969" cy="943904"/>
          </a:xfrm>
          <a:prstGeom prst="flowChartDecision">
            <a:avLst/>
          </a:prstGeom>
          <a:solidFill>
            <a:srgbClr val="F0F1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B2F1BFC-F751-C43B-395E-5A1E7B9F29C2}"/>
              </a:ext>
            </a:extLst>
          </p:cNvPr>
          <p:cNvSpPr txBox="1"/>
          <p:nvPr/>
        </p:nvSpPr>
        <p:spPr>
          <a:xfrm>
            <a:off x="6956684" y="4700576"/>
            <a:ext cx="1125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</a:rPr>
              <a:t>Hard Routing</a:t>
            </a:r>
            <a:r>
              <a:rPr lang="zh-CN" altLang="en-US" sz="1200" dirty="0">
                <a:latin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</a:rPr>
              <a:t>argmax)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B67E17FC-C8BC-A3D6-42B3-44964FB2C90B}"/>
              </a:ext>
            </a:extLst>
          </p:cNvPr>
          <p:cNvCxnSpPr>
            <a:cxnSpLocks/>
            <a:stCxn id="85" idx="0"/>
          </p:cNvCxnSpPr>
          <p:nvPr/>
        </p:nvCxnSpPr>
        <p:spPr>
          <a:xfrm rot="5400000" flipH="1" flipV="1">
            <a:off x="7856236" y="3861781"/>
            <a:ext cx="278177" cy="91717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箭头: 右 101">
            <a:extLst>
              <a:ext uri="{FF2B5EF4-FFF2-40B4-BE49-F238E27FC236}">
                <a16:creationId xmlns:a16="http://schemas.microsoft.com/office/drawing/2014/main" id="{74526FFA-BCCD-60E6-FDBD-9769FC12C9C6}"/>
              </a:ext>
            </a:extLst>
          </p:cNvPr>
          <p:cNvSpPr/>
          <p:nvPr/>
        </p:nvSpPr>
        <p:spPr>
          <a:xfrm>
            <a:off x="8213208" y="4863299"/>
            <a:ext cx="207091" cy="126042"/>
          </a:xfrm>
          <a:prstGeom prst="rightArrow">
            <a:avLst>
              <a:gd name="adj1" fmla="val 50000"/>
              <a:gd name="adj2" fmla="val 53776"/>
            </a:avLst>
          </a:prstGeom>
          <a:solidFill>
            <a:srgbClr val="E074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578818C1-5EA8-8432-A390-3556469CD77C}"/>
              </a:ext>
            </a:extLst>
          </p:cNvPr>
          <p:cNvCxnSpPr>
            <a:cxnSpLocks/>
            <a:stCxn id="85" idx="2"/>
          </p:cNvCxnSpPr>
          <p:nvPr/>
        </p:nvCxnSpPr>
        <p:spPr>
          <a:xfrm rot="16200000" flipH="1">
            <a:off x="7902640" y="5037457"/>
            <a:ext cx="153202" cy="88501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DD1F5DA4-9618-2F10-7BB0-559D188FE99F}"/>
              </a:ext>
            </a:extLst>
          </p:cNvPr>
          <p:cNvSpPr/>
          <p:nvPr/>
        </p:nvSpPr>
        <p:spPr>
          <a:xfrm>
            <a:off x="8483369" y="2070426"/>
            <a:ext cx="2452282" cy="678736"/>
          </a:xfrm>
          <a:prstGeom prst="rect">
            <a:avLst/>
          </a:prstGeom>
          <a:solidFill>
            <a:srgbClr val="FDFDFB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90D17FE1-D143-D20E-A12C-7AD943BCBA5C}"/>
              </a:ext>
            </a:extLst>
          </p:cNvPr>
          <p:cNvGrpSpPr/>
          <p:nvPr/>
        </p:nvGrpSpPr>
        <p:grpSpPr>
          <a:xfrm>
            <a:off x="9765136" y="2754036"/>
            <a:ext cx="121031" cy="337256"/>
            <a:chOff x="9675074" y="3302521"/>
            <a:chExt cx="121031" cy="337256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4DCC3DC7-DC68-94C8-9415-5541085D42E9}"/>
                </a:ext>
              </a:extLst>
            </p:cNvPr>
            <p:cNvSpPr/>
            <p:nvPr/>
          </p:nvSpPr>
          <p:spPr>
            <a:xfrm>
              <a:off x="9675074" y="3302521"/>
              <a:ext cx="121031" cy="134765"/>
            </a:xfrm>
            <a:prstGeom prst="rect">
              <a:avLst/>
            </a:prstGeom>
            <a:solidFill>
              <a:srgbClr val="707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F8DAECEE-8249-2E7D-C36B-C42BD0D8C483}"/>
                </a:ext>
              </a:extLst>
            </p:cNvPr>
            <p:cNvSpPr/>
            <p:nvPr/>
          </p:nvSpPr>
          <p:spPr>
            <a:xfrm>
              <a:off x="9675074" y="3505012"/>
              <a:ext cx="121031" cy="134765"/>
            </a:xfrm>
            <a:prstGeom prst="rect">
              <a:avLst/>
            </a:prstGeom>
            <a:solidFill>
              <a:srgbClr val="707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91A5439-685E-4D2D-BEE5-95C445640EE6}"/>
              </a:ext>
            </a:extLst>
          </p:cNvPr>
          <p:cNvSpPr txBox="1"/>
          <p:nvPr/>
        </p:nvSpPr>
        <p:spPr>
          <a:xfrm>
            <a:off x="8958947" y="3032188"/>
            <a:ext cx="1706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Copy weights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7" name="箭头: 下 126">
            <a:extLst>
              <a:ext uri="{FF2B5EF4-FFF2-40B4-BE49-F238E27FC236}">
                <a16:creationId xmlns:a16="http://schemas.microsoft.com/office/drawing/2014/main" id="{33CC510C-CB2E-570A-8302-6A860F941CA9}"/>
              </a:ext>
            </a:extLst>
          </p:cNvPr>
          <p:cNvSpPr/>
          <p:nvPr/>
        </p:nvSpPr>
        <p:spPr>
          <a:xfrm>
            <a:off x="9706692" y="3369750"/>
            <a:ext cx="267103" cy="369333"/>
          </a:xfrm>
          <a:prstGeom prst="downArrow">
            <a:avLst/>
          </a:prstGeom>
          <a:solidFill>
            <a:srgbClr val="707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52BE6571-C8A8-5D57-9670-A1F42FF5A9C5}"/>
              </a:ext>
            </a:extLst>
          </p:cNvPr>
          <p:cNvSpPr/>
          <p:nvPr/>
        </p:nvSpPr>
        <p:spPr>
          <a:xfrm>
            <a:off x="8432473" y="3817854"/>
            <a:ext cx="2670411" cy="750679"/>
          </a:xfrm>
          <a:prstGeom prst="roundRect">
            <a:avLst/>
          </a:prstGeom>
          <a:solidFill>
            <a:srgbClr val="9BB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B1290DA9-DAAE-F8F6-30E2-79B4F9E3AD36}"/>
              </a:ext>
            </a:extLst>
          </p:cNvPr>
          <p:cNvSpPr txBox="1"/>
          <p:nvPr/>
        </p:nvSpPr>
        <p:spPr>
          <a:xfrm>
            <a:off x="8933512" y="3774612"/>
            <a:ext cx="1620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7400EF9A-CDCF-CEC3-0D2A-D00E9DCC3EEA}"/>
              </a:ext>
            </a:extLst>
          </p:cNvPr>
          <p:cNvSpPr/>
          <p:nvPr/>
        </p:nvSpPr>
        <p:spPr>
          <a:xfrm>
            <a:off x="8697001" y="4095578"/>
            <a:ext cx="2230639" cy="416097"/>
          </a:xfrm>
          <a:prstGeom prst="roundRect">
            <a:avLst/>
          </a:prstGeom>
          <a:solidFill>
            <a:srgbClr val="C9DBE7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81F4AD4-C637-6BA4-FC7E-EF5AB0928EC4}"/>
              </a:ext>
            </a:extLst>
          </p:cNvPr>
          <p:cNvSpPr txBox="1"/>
          <p:nvPr/>
        </p:nvSpPr>
        <p:spPr>
          <a:xfrm>
            <a:off x="9387758" y="4093992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GRU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14715177-A48D-3929-8E33-335A8D4EC420}"/>
              </a:ext>
            </a:extLst>
          </p:cNvPr>
          <p:cNvSpPr/>
          <p:nvPr/>
        </p:nvSpPr>
        <p:spPr>
          <a:xfrm>
            <a:off x="8433416" y="4650182"/>
            <a:ext cx="2670411" cy="75067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6F1D9F88-2F72-238F-7ED2-2E600DA5DB39}"/>
              </a:ext>
            </a:extLst>
          </p:cNvPr>
          <p:cNvSpPr txBox="1"/>
          <p:nvPr/>
        </p:nvSpPr>
        <p:spPr>
          <a:xfrm>
            <a:off x="8934455" y="4606940"/>
            <a:ext cx="1620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FC5CFE59-29B7-AD39-015F-C15B02FAE37E}"/>
              </a:ext>
            </a:extLst>
          </p:cNvPr>
          <p:cNvSpPr/>
          <p:nvPr/>
        </p:nvSpPr>
        <p:spPr>
          <a:xfrm>
            <a:off x="8697944" y="4927906"/>
            <a:ext cx="2230639" cy="416097"/>
          </a:xfrm>
          <a:prstGeom prst="roundRect">
            <a:avLst/>
          </a:prstGeom>
          <a:solidFill>
            <a:srgbClr val="FBD9B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7643BC2D-B420-9E86-9FA2-4883B5187B80}"/>
              </a:ext>
            </a:extLst>
          </p:cNvPr>
          <p:cNvSpPr txBox="1"/>
          <p:nvPr/>
        </p:nvSpPr>
        <p:spPr>
          <a:xfrm>
            <a:off x="9388701" y="4926320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GRU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9D3FC817-C8D6-D3EB-697A-C703867A1D01}"/>
              </a:ext>
            </a:extLst>
          </p:cNvPr>
          <p:cNvSpPr txBox="1"/>
          <p:nvPr/>
        </p:nvSpPr>
        <p:spPr>
          <a:xfrm>
            <a:off x="8493749" y="2092705"/>
            <a:ext cx="2409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Global Pre-trained GRU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F7661B34-2B2E-C7DB-C684-2EC622D6C39C}"/>
              </a:ext>
            </a:extLst>
          </p:cNvPr>
          <p:cNvSpPr/>
          <p:nvPr/>
        </p:nvSpPr>
        <p:spPr>
          <a:xfrm>
            <a:off x="8432473" y="5486514"/>
            <a:ext cx="2670411" cy="750679"/>
          </a:xfrm>
          <a:prstGeom prst="roundRect">
            <a:avLst/>
          </a:prstGeom>
          <a:solidFill>
            <a:srgbClr val="B9BA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45F1774-E3BB-1ED0-1B62-6C52FEEE8EEE}"/>
              </a:ext>
            </a:extLst>
          </p:cNvPr>
          <p:cNvSpPr txBox="1"/>
          <p:nvPr/>
        </p:nvSpPr>
        <p:spPr>
          <a:xfrm>
            <a:off x="8933512" y="5443272"/>
            <a:ext cx="1620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3B487604-5E79-8B34-FF68-ABE40B4F2E80}"/>
              </a:ext>
            </a:extLst>
          </p:cNvPr>
          <p:cNvSpPr/>
          <p:nvPr/>
        </p:nvSpPr>
        <p:spPr>
          <a:xfrm>
            <a:off x="8697001" y="5764238"/>
            <a:ext cx="2230639" cy="416097"/>
          </a:xfrm>
          <a:prstGeom prst="roundRect">
            <a:avLst/>
          </a:prstGeom>
          <a:solidFill>
            <a:srgbClr val="DDDED6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B2A230-0DAA-33FC-BDA6-C2BA1F6FFE40}"/>
              </a:ext>
            </a:extLst>
          </p:cNvPr>
          <p:cNvSpPr txBox="1"/>
          <p:nvPr/>
        </p:nvSpPr>
        <p:spPr>
          <a:xfrm>
            <a:off x="9387758" y="5762652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GRU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5" name="箭头: 右 144">
            <a:extLst>
              <a:ext uri="{FF2B5EF4-FFF2-40B4-BE49-F238E27FC236}">
                <a16:creationId xmlns:a16="http://schemas.microsoft.com/office/drawing/2014/main" id="{999204A0-0E7B-E074-F074-ECF2160E1CA3}"/>
              </a:ext>
            </a:extLst>
          </p:cNvPr>
          <p:cNvSpPr/>
          <p:nvPr/>
        </p:nvSpPr>
        <p:spPr>
          <a:xfrm>
            <a:off x="11116944" y="4920500"/>
            <a:ext cx="160634" cy="142343"/>
          </a:xfrm>
          <a:prstGeom prst="rightArrow">
            <a:avLst>
              <a:gd name="adj1" fmla="val 50000"/>
              <a:gd name="adj2" fmla="val 53776"/>
            </a:avLst>
          </a:prstGeom>
          <a:solidFill>
            <a:srgbClr val="E074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19B003F0-A248-71DE-D2C0-6C05D956CB6A}"/>
              </a:ext>
            </a:extLst>
          </p:cNvPr>
          <p:cNvSpPr txBox="1"/>
          <p:nvPr/>
        </p:nvSpPr>
        <p:spPr>
          <a:xfrm>
            <a:off x="11265925" y="1493600"/>
            <a:ext cx="94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Output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AB9AFE8-2987-847B-A376-6EB32BA2DDDA}"/>
              </a:ext>
            </a:extLst>
          </p:cNvPr>
          <p:cNvSpPr/>
          <p:nvPr/>
        </p:nvSpPr>
        <p:spPr>
          <a:xfrm>
            <a:off x="11407194" y="4585005"/>
            <a:ext cx="639752" cy="636467"/>
          </a:xfrm>
          <a:prstGeom prst="rect">
            <a:avLst/>
          </a:prstGeom>
          <a:solidFill>
            <a:srgbClr val="FFFF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08A0CFD-A822-A770-C276-F621E26444AD}"/>
              </a:ext>
            </a:extLst>
          </p:cNvPr>
          <p:cNvSpPr txBox="1"/>
          <p:nvPr/>
        </p:nvSpPr>
        <p:spPr>
          <a:xfrm>
            <a:off x="11318513" y="4774017"/>
            <a:ext cx="8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</a:rPr>
              <a:t>Forecast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880A4A0-3798-C0DB-4A4C-EA7FF43C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23" y="2380556"/>
            <a:ext cx="1740226" cy="2674932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CF6A51E-5358-EC46-8E5C-07036675FCC8}"/>
              </a:ext>
            </a:extLst>
          </p:cNvPr>
          <p:cNvCxnSpPr/>
          <p:nvPr/>
        </p:nvCxnSpPr>
        <p:spPr>
          <a:xfrm>
            <a:off x="198766" y="5278330"/>
            <a:ext cx="1683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D9FD740-4C13-6864-1B0C-5ED5B900A427}"/>
              </a:ext>
            </a:extLst>
          </p:cNvPr>
          <p:cNvSpPr txBox="1"/>
          <p:nvPr/>
        </p:nvSpPr>
        <p:spPr>
          <a:xfrm>
            <a:off x="198766" y="4988455"/>
            <a:ext cx="580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</a:rPr>
              <a:t>t-2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10C7D0-96B8-CA7C-E265-D1A8182A6BF6}"/>
              </a:ext>
            </a:extLst>
          </p:cNvPr>
          <p:cNvSpPr txBox="1"/>
          <p:nvPr/>
        </p:nvSpPr>
        <p:spPr>
          <a:xfrm>
            <a:off x="651471" y="4988455"/>
            <a:ext cx="487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</a:rPr>
              <a:t>t-1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A0E0B03-4C76-0DC1-7EDF-7C3BA7CFA9AE}"/>
              </a:ext>
            </a:extLst>
          </p:cNvPr>
          <p:cNvCxnSpPr>
            <a:cxnSpLocks/>
          </p:cNvCxnSpPr>
          <p:nvPr/>
        </p:nvCxnSpPr>
        <p:spPr>
          <a:xfrm>
            <a:off x="6032444" y="4143944"/>
            <a:ext cx="1405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E32BBCA-BB2B-1420-2FB6-027F84D100D5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7435357" y="3942656"/>
            <a:ext cx="148573" cy="200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87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75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sgz</dc:creator>
  <cp:lastModifiedBy>英豪 雷</cp:lastModifiedBy>
  <cp:revision>7</cp:revision>
  <dcterms:created xsi:type="dcterms:W3CDTF">2026-01-15T02:05:35Z</dcterms:created>
  <dcterms:modified xsi:type="dcterms:W3CDTF">2026-01-18T06:46:25Z</dcterms:modified>
</cp:coreProperties>
</file>